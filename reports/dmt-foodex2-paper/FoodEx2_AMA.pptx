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facet-family / 38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23B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brief</c:v>
                  </c:pt>
                  <c:pt idx="1">
                    <c:v>wiki</c:v>
                  </c:pt>
                  <c:pt idx="2">
                    <c:v>wiki RAG</c:v>
                  </c:pt>
                  <c:pt idx="3">
                    <c:v>source RAG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28</c:v>
                </c:pt>
                <c:pt idx="2">
                  <c:v>28</c:v>
                </c:pt>
                <c:pt idx="3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23B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0"/>
        <c:axPos val="l"/>
        <c:majorGridlines>
          <c:spPr>
            <a:ln w="6350" cap="flat">
              <a:solidFill>
                <a:srgbClr val="D8D2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A"/>
        </a:solidFill>
        <a:ln>
          <a:noFill/>
        </a:ln>
        <a:effectLst/>
      </c:spPr>
    </c:plotArea>
    <c:plotVisOnly val="1"/>
    <c:dispBlanksAs val="span"/>
  </c:chart>
  <c:spPr>
    <a:solidFill>
      <a:srgbClr val="F4F1E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convention-correct /4</c:v>
                </c:pt>
              </c:strCache>
            </c:strRef>
          </c:tx>
          <c:spPr>
            <a:solidFill>
              <a:srgbClr val="D98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3B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gpt-5.4</c:v>
                  </c:pt>
                  <c:pt idx="1">
                    <c:v>gemini</c:v>
                  </c:pt>
                  <c:pt idx="2">
                    <c:v>sonnet</c:v>
                  </c:pt>
                  <c:pt idx="3">
                    <c:v>mistral</c:v>
                  </c:pt>
                  <c:pt idx="4">
                    <c:v>deepseek</c:v>
                  </c:pt>
                  <c:pt idx="5">
                    <c:v>gpt-oss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23B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6350" cap="flat">
              <a:solidFill>
                <a:srgbClr val="D8D2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A"/>
        </a:solidFill>
        <a:ln>
          <a:noFill/>
        </a:ln>
        <a:effectLst/>
      </c:spPr>
    </c:plotArea>
    <c:plotVisOnly val="1"/>
    <c:dispBlanksAs val="span"/>
  </c:chart>
  <c:spPr>
    <a:solidFill>
      <a:srgbClr val="F4F1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 # F01.A057E $ F02.A0CEY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181448" y="1417320"/>
            <a:ext cx="18288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AI help with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FoodEx2 coding?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detailed answer — and how I see the way forward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32808" y="48006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632808" y="4800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 ·  Ask Me Anything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Foster   ·   FoodEx2 subgroup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asked — so I'm asking for them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AMA.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 of a question I get circled but rarely asked outright: can a language model actually help us assign FoodEx2 codes — or is it a party trick on a problem that punishes guessing?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 is yes, with conditions — and the conditions are the interesting part. Here's the whole reasoning, including the choices I'd defend and the ones I'm still unsure about.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023360" cy="448056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0" y="1691640"/>
            <a:ext cx="109728" cy="4480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46888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stated plainly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a wiki — not a bigger model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moved the needle (and what didn't)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verdict at expert parity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see the way forward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actually ask the machine to 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free-text sample description — in any language — into one valid FoodEx2 code: a base term, then the facets that qualify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70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term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2770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F01.A057E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 · production method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2770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F02.A0CEY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 · packaging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61772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37360" y="44531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term is usually the easy bit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everyday foods the right base is almost always among the retrieved candidates — the model is choosing, not inventing.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45352" y="41605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65392" y="448056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46177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34072" y="44531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Facets are where it's won or lost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11112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qualifiers — process, part, packaging, fat level — are subtle, combinatorial, and where even human experts disagree.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question isn't “which model?”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It's: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give the model the knowledge that's specific to </a:t>
            </a:r>
            <a:pPr indent="0" marL="0">
              <a:lnSpc>
                <a:spcPct val="110000"/>
              </a:lnSpc>
              <a:buNone/>
            </a:pPr>
            <a:r>
              <a:rPr lang="en-US" sz="1800" b="1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arrives knowing a lot about food in general and very little about FoodEx2 conventions. Every coding decision needs knowledge aimed at the case in front of it. There's a ladder of ways to supply that — each rung more specific, and more expensive, than the last. The whole study is one question: how far up the ladder do you need to climb, and when?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846320" cy="1143000"/>
          </a:xfrm>
          <a:prstGeom prst="rect">
            <a:avLst/>
          </a:prstGeom>
          <a:solidFill>
            <a:srgbClr val="D98E3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21214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18120" y="2029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Synthesised brief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18120" y="24505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written for this exact question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3154680"/>
            <a:ext cx="4846320" cy="11430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0" y="3447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18120" y="3355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rule-pages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18120" y="3776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apply to this case — always supplied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4480560"/>
            <a:ext cx="4846320" cy="11430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4773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18120" y="46817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18120" y="5102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terms retrieval pulled 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  ·  more expensive  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I'D DEFEND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wiki — not a bigger prompt, not a bigger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wiki pages ARE the FoodEx2 rules.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replaced the old static “how FoodEx2 works” prompt entirely — there is no hard-coded rules prompt anymore. The knowledge lives in versioned markdown the domain owns, not buried in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958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88920"/>
            <a:ext cx="3529584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54680"/>
            <a:ext cx="685800" cy="68580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9319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a line you can read, cite and challenge. When a code looks wrong, you trace it to a page — not a prompt nobody can see.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25112" y="2788920"/>
            <a:ext cx="352958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2788920"/>
            <a:ext cx="3529584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45152" y="3154680"/>
            <a:ext cx="685800" cy="68580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31012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5152" y="39319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by the domain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45152" y="42976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fix the rule, not the software. Source PDFs stay immutable; durable rules are compiled into pages and kept concise.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01584" y="2788920"/>
            <a:ext cx="352958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01584" y="2788920"/>
            <a:ext cx="3529584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Shape 17"/>
          <p:cNvSpPr/>
          <p:nvPr/>
        </p:nvSpPr>
        <p:spPr>
          <a:xfrm>
            <a:off x="8421624" y="3154680"/>
            <a:ext cx="685800" cy="68580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31012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21624" y="39319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compounds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421624" y="42976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written once and reused, cross-linked, improved over time — instead of re-deriving the answer on every query.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23B3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63270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FoodEx2 sources change rarely, but the interpretation has high consequence. That's exactly the case where careful compilation beats a heavier vector stack — so I deliberately did </a:t>
            </a:r>
            <a:pPr indent="0" marL="0">
              <a:buNone/>
            </a:pPr>
            <a:r>
              <a:rPr lang="en-US" sz="12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a database we didn't need.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CODE IS MADE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— kept deliberately simple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448" y="2194560"/>
            <a:ext cx="1691640" cy="13716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448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0888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any language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2800" y="246888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5680" y="2194560"/>
            <a:ext cx="1691640" cy="13716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5680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Deconstruct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557120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+ split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39032" y="246888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21912" y="2194560"/>
            <a:ext cx="1691640" cy="13716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21912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413352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terms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95264" y="246888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78144" y="2194560"/>
            <a:ext cx="1691640" cy="13716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8144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rules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69584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supplied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51496" y="246888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34376" y="2194560"/>
            <a:ext cx="1691640" cy="1371600"/>
          </a:xfrm>
          <a:prstGeom prst="rect">
            <a:avLst/>
          </a:prstGeom>
          <a:solidFill>
            <a:srgbClr val="D98E3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34376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Brief?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25816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gated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07728" y="246888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890608" y="2194560"/>
            <a:ext cx="1691640" cy="13716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90608" y="25054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982048" y="2944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# facets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21912" y="367588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gives a shortlist; the wiki gives the rules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110916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to notice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48006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 rules are always there.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“no extra knowledge” baseline gets them — they're foundational, not optional.</a:t>
            </a:r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is the only moving part.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rules and the coder template are held constant. The single lever under study is whether we add a synthesised brief on top — which makes the experiment a clean test of that one decision.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WHERE IT HELPS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ordinary food coding, more knowledge barely moves 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everyday consumption foods, 5 coders, 4 knowledge conditions. The chart is the best coder's facet score across conditions. It's flat — adding a brief on top of the wiki rules changes almost nothing.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301752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3017520"/>
            <a:ext cx="4434840" cy="32004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78040" y="3017520"/>
            <a:ext cx="109728" cy="3200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3246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370332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bulk of the work, the expensive knowledge layer is wasted effort.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candidates and the always-on wiki rules already carry it. An always-on brief costs ~12.5k extra tokens per query — and buys nothing here.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THE EXCEPTION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…except where retrieval is structurally blind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 urine.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non-food monitoring matrix whose correct base, A0C60, a food-tuned catalogue can never return — it offers sheep milk, offal, kidney. No amount of candidate retrieval reaches the right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990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BRIEF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5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rules alone — every coder picks a wrong food term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2788920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74136" y="2990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BRIEF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74136" y="324612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557016" y="41148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helps, partially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2788920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99632" y="2990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RAG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9632" y="324612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382512" y="41148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coders flip to A0C60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5128" y="2788920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25128" y="2990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RAG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25128" y="324612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9208008" y="41148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straight from EFSA 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23B3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522976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layer earns its keep precisely — and only — when the correct answer was never in the candidate pool. So don't pay for it always-on.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it, and fire it only on a cross-domain signal.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knowledge in inverse proportion to retrieval coverage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catalogue already covers the answer, extra knowledge is wasted. Where it's blind, extra knowledge is the only fix. So the rule writes itself: gate the expensive layer to the cases that need it.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5935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knowledge brief?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foods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5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wasted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Monitoring, edible matrices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/ non-food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Structurally blind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the only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400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earns its keep where retrieval is blind — so gate it, and skip the majority of cases.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THE FACETS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Facets are the hard part — and we're at expert parity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headline isn't a failure rate — it's that the model already sits at the level where humans themselves disagree.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154680" cy="182880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358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coder, facet-family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0" y="274320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0358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840480" y="3977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EFSA human-expert ceiling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1691640"/>
            <a:ext cx="4370832" cy="4526280"/>
          </a:xfrm>
          <a:prstGeom prst="rect">
            <a:avLst/>
          </a:prstGeom>
          <a:solidFill>
            <a:srgbClr val="ECE7DB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920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“misses” really are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459736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55280" y="237744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corn —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fact, wrong facet group (same value)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1810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55280" y="303580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Tiramisu → coffee —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near-synonym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77647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55280" y="36941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Low-fat cheese —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one qualitative facet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4348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35254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imitate —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vs process — both defensible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89520" y="5102352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residual errors are defensible — so 76% understates the real agreement.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892040"/>
            <a:ext cx="6446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Parity, not failure.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gains here come from the coder and validation rules — not from piling on more knowledge.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THE MODEL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model? For the bulk, cheap wins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everyday workload, the cheaper models match or beat the frontier flagships. Paying 14× for Opus buys nothing on this task.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3108960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$/MTok (in / out)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facets /38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base 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 / 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mistral-large (EU)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/ 1.50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/ 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gemini-3.5-flash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/ 9.00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29 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 / 15.00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/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claude-opus-4-8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/ 25.00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B7C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token-for-value: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for an EU-sovereign monitoring pipeline · gemini for all-round facet accuracy · deepseek for rock-bottom cost. The frontier flagship is dominated here.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THE CAVEAT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…but the hard tail inverts the ranking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Blood, serum, plasma are convention-ambiguous. </a:t>
            </a:r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“Animal blood” (A0F1T) is a perfectly valid, reportable term — but the monitoring convention prefers the non-food matrix A0C60. Same prompt, same wiki, 4 cases × 6 coders. Only the strongest reasoning model applies the convention reliably.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155448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6035040" cy="2194560"/>
          </a:xfrm>
          <a:prstGeom prst="rect">
            <a:avLst/>
          </a:prstGeom>
          <a:solidFill>
            <a:srgbClr val="123B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977640"/>
            <a:ext cx="109728" cy="2194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conclusion that surprised 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gets 4/4 with the same knowledge everyone else had.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prompt and wiki are sufficient — applying a convention over a tempting valid answer is a model-capability task. On this tail the lever is model choice, not more prompt text. The cheap models that win the bulk lose the hard conditional cases.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A0F1T “Animal blood” is not wrong — it's a different convention. Convention ≠ validity.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KEEP MYSELF HONEST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 behind the numbers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 is worth anything if the experiment is rigged. These are the rules I held to.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79806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606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domain words in the prompt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generic prompt never says “VMPR”, “A0C60” or “blood.” Domain specifics live in the wiki — so the prompt can't overfit to the test.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91072" y="233172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11112" y="265176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79806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34072" y="2606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teaching to the test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34072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write a rule to forbid the exact wrong code a model emitted. Rules are stated positively from the source; naming failures contaminates the result.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7640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45720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Trustworthy oracles, not bad gold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91640" y="5074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over-specified “gold” was dropped as a gate. I score on the is-food label, live catalogue-validity, and cross-coder change-detection.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6291072" y="429768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11112" y="4617720"/>
            <a:ext cx="640080" cy="64008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76402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45720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 is not validity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34072" y="5074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“wrong” answers are valid reportable codes. I separate “the model erred” from “the model chose another defensible convention.”</a:t>
            </a:r>
            <a:endParaRPr lang="en-US" sz="118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— CAN AI HELP?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honest verdict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23B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at human-expert parity for the bulk of coding, if you put the knowledge in the right place and gate the expensive parts.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40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46120"/>
            <a:ext cx="544068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well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for everyday foods — reliably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 at the level experts agree among themselves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languages, at low cost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non-food matrices when knowledge is supplied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3246120"/>
            <a:ext cx="5440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3246120"/>
            <a:ext cx="5440680" cy="91440"/>
          </a:xfrm>
          <a:prstGeom prst="rect">
            <a:avLst/>
          </a:prstGeom>
          <a:solidFill>
            <a:srgbClr val="D98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3520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still needs us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56832" y="40233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calls on ambiguous matrices (blood) — needs a strong model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retrieval is blind — needs a gate, a signal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 itself — experts must author and maintain it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on high-consequence codes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SEE THE WAY FORWARD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moves, in the order I'd make them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wiki as the single source of rules 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own it; software reads it. Source PDFs stay immutable; the wiki compounds.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18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044952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human declare the domain 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“domain pill” — consumption, pesticides, VMPR, contaminants, additives, FCM. The wiki owns the domain→rules mapping; we stop guessing which domain a sample 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877056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expensive knowledge brief 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wiki-RAG ask only on a cross-domain signal — ~4k tokens where it matters, nothing on the majority.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82312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82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70916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job 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EU-friendly coder for the bulk; reserve a strong reasoning model for the hard convention tail.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61441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614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5541264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raw source as a gap-finder 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source retrieval against the curated wiki to surface missing rules — then a human writes them 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 ·  David Foster — AMA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28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A0C60#F01.15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A0C60 # F01.A057E $ F02.A0CEY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So—ask me anything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with FoodEx2 coding? Yes — at expert parity for the bulk,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knowledge in the right place, gated, and a human on the rules.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181448" y="4526280"/>
            <a:ext cx="18288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Now's the part where someone finally asks the question.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Foster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AI help with FoodEx2 coding?</dc:title>
  <dc:subject>PptxGenJS Presentation</dc:subject>
  <dc:creator>David Foster</dc:creator>
  <cp:lastModifiedBy>David Foster</cp:lastModifiedBy>
  <cp:revision>1</cp:revision>
  <dcterms:created xsi:type="dcterms:W3CDTF">2026-06-06T15:51:33Z</dcterms:created>
  <dcterms:modified xsi:type="dcterms:W3CDTF">2026-06-06T15:51:33Z</dcterms:modified>
</cp:coreProperties>
</file>